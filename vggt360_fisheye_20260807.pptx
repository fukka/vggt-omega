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8" r:id="rId5"/>
    <p:sldId id="258" r:id="rId6"/>
    <p:sldId id="261" r:id="rId7"/>
    <p:sldId id="271" r:id="rId8"/>
    <p:sldId id="262" r:id="rId9"/>
    <p:sldId id="272" r:id="rId10"/>
    <p:sldId id="279" r:id="rId11"/>
    <p:sldId id="263" r:id="rId12"/>
    <p:sldId id="264" r:id="rId13"/>
    <p:sldId id="265" r:id="rId14"/>
    <p:sldId id="266" r:id="rId15"/>
    <p:sldId id="273" r:id="rId16"/>
    <p:sldId id="274" r:id="rId17"/>
    <p:sldId id="275" r:id="rId18"/>
    <p:sldId id="268" r:id="rId19"/>
    <p:sldId id="270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81"/>
  </p:normalViewPr>
  <p:slideViewPr>
    <p:cSldViewPr snapToGrid="0" snapToObjects="1">
      <p:cViewPr varScale="1">
        <p:scale>
          <a:sx n="150" d="100"/>
          <a:sy n="150" d="100"/>
        </p:scale>
        <p:origin x="18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ne_view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2834640" cy="2834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3385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Calibri"/>
              </a:rPr>
              <a:t>Fisheye 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Depth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 Estimation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482969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0EA5E9"/>
                </a:solidFill>
                <a:latin typeface="Calibri"/>
              </a:rPr>
              <a:t>Adapting perspective-native depth foundation models to wide-FOV fisheye input, without finetuning or with limited finetuning.</a:t>
            </a:r>
            <a:endParaRPr sz="1400" b="0" i="0" dirty="0">
              <a:solidFill>
                <a:srgbClr val="0EA5E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7880" y="3877056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The nine windows we cut from each fisheye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VGGT is Meta's general-purpose 3D model: show it photos, it returns a distance for every pixel.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VGGT-Ω is a newer, larger version of it. VGGT-360 is a published method (CVPR 2026) that runs VGGT on 360° panoramas by cutting them into ordinary views — the idea we are porting to a fisheye lens.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19456"/>
            <a:ext cx="848729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CA" sz="2200" b="1" dirty="0">
                <a:solidFill>
                  <a:srgbClr val="FFFFFF"/>
                </a:solidFill>
              </a:rPr>
              <a:t>VGGT-360: Geometry-Consistent Zero-Shot Panoramic Depth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dirty="0">
                <a:solidFill>
                  <a:srgbClr val="0EA5E9"/>
                </a:solidFill>
              </a:rPr>
              <a:t>This paper reconstructs a globally coherent 3D representation via VGGT-like 3D foundation models and reprojects it to the</a:t>
            </a:r>
          </a:p>
          <a:p>
            <a:r>
              <a:rPr lang="en-US" sz="1150" dirty="0">
                <a:solidFill>
                  <a:srgbClr val="0EA5E9"/>
                </a:solidFill>
              </a:rPr>
              <a:t>panorama, unifying fragmented per-view predictions into consistent, cross-view correlated depth.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578ADF-7F49-476C-0C54-1C9CF2D25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8686800" cy="2715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37E72D-C464-6651-074C-2C6D930F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785615"/>
            <a:ext cx="2121408" cy="1362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19456"/>
            <a:ext cx="858704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CA" sz="2200" b="1" i="0" dirty="0">
                <a:solidFill>
                  <a:srgbClr val="FFFFFF"/>
                </a:solidFill>
                <a:latin typeface="Calibri"/>
              </a:rPr>
              <a:t>Adapting VGGT-360 to fisheye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50" dirty="0">
                <a:solidFill>
                  <a:srgbClr val="0EA5E9"/>
                </a:solidFill>
                <a:latin typeface="Calibri"/>
              </a:rPr>
              <a:t>Similar to how VGGT-360 cuts the ERP (equirectangular panorama) into different views</a:t>
            </a:r>
            <a:endParaRPr lang="en-US" sz="1150" b="0" i="0" dirty="0">
              <a:solidFill>
                <a:srgbClr val="0EA5E9"/>
              </a:solidFill>
              <a:latin typeface="Calibri"/>
            </a:endParaRPr>
          </a:p>
        </p:txBody>
      </p:sp>
      <p:pic>
        <p:nvPicPr>
          <p:cNvPr id="5" name="Picture 4" descr="nine_view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60120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34930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BA5C2"/>
                </a:solidFill>
                <a:latin typeface="Calibri"/>
              </a:rPr>
              <a:t>The nine windows on the fisheye frame.</a:t>
            </a:r>
          </a:p>
          <a:p>
            <a:pPr algn="ctr"/>
            <a:r>
              <a:rPr sz="1100" b="0" i="0">
                <a:solidFill>
                  <a:srgbClr val="8BA5C2"/>
                </a:solidFill>
                <a:latin typeface="Calibri"/>
              </a:rPr>
              <a:t>Together they cover all the lens can see.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24128"/>
            <a:ext cx="516636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161288"/>
            <a:ext cx="274320" cy="2743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115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3213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112471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Cut the frame into nine ordinary-looking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140817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ECBEB"/>
                </a:solidFill>
                <a:latin typeface="Calibri"/>
              </a:rPr>
              <a:t>Each is redrawn so straight lines are straight — the format the model was trained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56816"/>
            <a:ext cx="516636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2093976"/>
            <a:ext cx="274320" cy="2743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442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3213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05740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Run the model once, on all nine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34086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ECBEB"/>
                </a:solidFill>
                <a:latin typeface="Calibri"/>
              </a:rPr>
              <a:t>Processed as one group, so the model can put every window on the same distance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9504"/>
            <a:ext cx="5166360" cy="8046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026664"/>
            <a:ext cx="274320" cy="2743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0769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3213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299008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Stitch the nine depth results back into one 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327355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ECBEB"/>
                </a:solidFill>
                <a:latin typeface="Calibri"/>
              </a:rPr>
              <a:t>Overlaps are blended using the model's own confidence scores.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50208"/>
            <a:ext cx="8229600" cy="64008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078224"/>
            <a:ext cx="78638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0000"/>
                </a:solidFill>
                <a:latin typeface="Calibri"/>
              </a:rPr>
              <a:t>Issues: it is hard to generate a small set of views covering the whole fisheye. Right now, we set to 9 views that goes beyond the valid region to do a proof of concept.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we generate the nine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Each view is an ordinary photo centred exactly on its own axis — the only camera VGGT can describe.</a:t>
            </a:r>
          </a:p>
        </p:txBody>
      </p:sp>
      <p:pic>
        <p:nvPicPr>
          <p:cNvPr id="4" name="Picture 3" descr="v6_co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9264"/>
            <a:ext cx="3931920" cy="2485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52958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Pick a direction, stand a flat square grid against the sphere there, and copy back the colour each grid cell's ray lands on.</a:t>
            </a:r>
          </a:p>
        </p:txBody>
      </p:sp>
      <p:pic>
        <p:nvPicPr>
          <p:cNvPr id="6" name="Picture 5" descr="v6_fmt_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9264"/>
            <a:ext cx="201168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3035808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one centre view + eight in a ring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green = what the lens images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969264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3035808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one ring window as VGGT gets it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94% of it carries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05072"/>
            <a:ext cx="822960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411480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Why the views must be optical-centred:  VGGT's camera is nine numbers — position, rotation and two field-of-view angles. There is no principal point and no distortion term.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It always rebuilds the camera with the principal point at the exact image centre. A tangent grid is symmetric about its own axis, so every window we make is exactly that camera. A raw fisheye crop is not.</a:t>
            </a:r>
          </a:p>
        </p:txBody>
      </p:sp>
    </p:spTree>
    <p:extLst>
      <p:ext uri="{BB962C8B-B14F-4D97-AF65-F5344CB8AC3E}">
        <p14:creationId xmlns:p14="http://schemas.microsoft.com/office/powerpoint/2010/main" val="234123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Comparison between different input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Three ways to hand one fisheye frame to a model that only understands ordinary photos.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1.  raw fisheye frame</a:t>
            </a:r>
          </a:p>
        </p:txBody>
      </p:sp>
      <p:pic>
        <p:nvPicPr>
          <p:cNvPr id="5" name="Picture 4" descr="v6_fmt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233172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6941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every pixel the sensor gives us;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green marks the cone it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712" y="100584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0EA5E9"/>
                </a:solidFill>
                <a:latin typeface="Calibri"/>
              </a:rPr>
              <a:t>2.  one rectified view</a:t>
            </a:r>
          </a:p>
        </p:txBody>
      </p:sp>
      <p:pic>
        <p:nvPicPr>
          <p:cNvPr id="8" name="Picture 7" descr="v6_fmt_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280160"/>
            <a:ext cx="23317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10712" y="36941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straight lines, but 29.5% of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the cone falls outside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00584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22C55E"/>
                </a:solidFill>
                <a:latin typeface="Calibri"/>
              </a:rPr>
              <a:t>3.  our nine converted windows</a:t>
            </a:r>
          </a:p>
        </p:txBody>
      </p:sp>
      <p:pic>
        <p:nvPicPr>
          <p:cNvPr id="11" name="Picture 10" descr="v6_fmt_wind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280160"/>
            <a:ext cx="233172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18504" y="36941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straight lines and the whole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cone — at nine passes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8229600" cy="6766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297680"/>
            <a:ext cx="78638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 raw frame keeps every pixel but bends straight lines. One rectified view removes the distortion and loses the rim — it sees 70.5% of what the lens images.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Nine converted windows keep the whole cone with no distortion, at the price of nine passes.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Modification: planar z depth → ray range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VGGT assumes pinhole input and returns planar z. A fisheye pixel needs the distance along its own ray.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1.  the two distances</a:t>
            </a:r>
          </a:p>
        </p:txBody>
      </p:sp>
      <p:pic>
        <p:nvPicPr>
          <p:cNvPr id="5" name="Picture 4" descr="v6_zr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3584"/>
            <a:ext cx="278892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747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what VGGT returns (z) against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what a fisheye pixel needs (r)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969264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2.  how far apart they get</a:t>
            </a:r>
          </a:p>
        </p:txBody>
      </p:sp>
      <p:pic>
        <p:nvPicPr>
          <p:cNvPr id="8" name="Picture 7" descr="v6_zr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43584"/>
            <a:ext cx="278892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34747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pure geometry — no model is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involved in this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969264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3.  across a real frame</a:t>
            </a:r>
          </a:p>
        </p:txBody>
      </p:sp>
      <p:pic>
        <p:nvPicPr>
          <p:cNvPr id="11" name="Picture 10" descr="v6_z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243584"/>
            <a:ext cx="214884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9088" y="34747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r ÷ z, 1.00× at the centre to 1.74×</a:t>
            </a:r>
          </a:p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at the rim; the white ring is 1.15×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822960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123944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Why we changed it:  a window's own corner already sits 1.15× out and the rim of the lens 1.74×. Scoring z against a fisheye's true distance charges the model for a geometry error we introduced.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It is a radial error, so rescaling the whole map afterwards cannot absorb it. The pipeline now converts before anything is compared.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69DFD-DD3F-F2CB-97F3-585B5FD3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Finding: the "cropped" views have to feed to VGGT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Same frame, same model, same layouts. One thing changes: together, or one at a 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50976"/>
            <a:ext cx="4059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one window at a time, stitched afterwards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60120" cy="9601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188720"/>
            <a:ext cx="960120" cy="9601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1188720"/>
            <a:ext cx="960120" cy="9601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5" y="118872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267712"/>
            <a:ext cx="4059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Calibri"/>
              </a:rPr>
              <a:t>all windows in a single pass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5456"/>
            <a:ext cx="960120" cy="96012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472" y="2505456"/>
            <a:ext cx="960120" cy="96012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3744" y="2505456"/>
            <a:ext cx="960120" cy="9601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7015" y="2505456"/>
            <a:ext cx="960120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5295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AECBEB"/>
                </a:solidFill>
                <a:latin typeface="Calibri"/>
              </a:rPr>
              <a:t>1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5295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AECBEB"/>
                </a:solidFill>
                <a:latin typeface="Calibri"/>
              </a:rPr>
              <a:t>4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35295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AECBEB"/>
                </a:solidFill>
                <a:latin typeface="Calibri"/>
              </a:rPr>
              <a:t>9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5" y="35295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AECBEB"/>
                </a:solidFill>
                <a:latin typeface="Calibri"/>
              </a:rPr>
              <a:t>16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4059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depth colours: dark = near, bright = far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950976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worst disagreement between two windows about scale   ↓ lower is better</a:t>
            </a:r>
          </a:p>
        </p:txBody>
      </p:sp>
      <p:pic>
        <p:nvPicPr>
          <p:cNvPr id="20" name="Picture 19" descr="v6_sprea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1408176"/>
            <a:ext cx="4023360" cy="224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3440" y="3712463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For each overlapping pair take r = median(range_A ÷ range_B); plotted is (exp(max |ln r|) − 1) × 100, the worst 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51376"/>
            <a:ext cx="8229600" cy="7132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242816"/>
            <a:ext cx="78638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At 16 windows, AbsRel (typical distance error, lower is better) falls from 0.928 apart to 0.078 together, and the worst scale disagreement from 490% to 4.4% — from useless to usable.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Run apart, every window infers its own camera and comes back on its own scale; stitching cannot repair that. Joint inference is now the default.  Source: outputs/patch_scale, frame 1 of seq131.</a:t>
            </a:r>
          </a:p>
        </p:txBody>
      </p:sp>
    </p:spTree>
    <p:extLst>
      <p:ext uri="{BB962C8B-B14F-4D97-AF65-F5344CB8AC3E}">
        <p14:creationId xmlns:p14="http://schemas.microsoft.com/office/powerpoint/2010/main" val="384835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Finding: FOV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The same fisheye frame cut into windows of five field-of-view (FOV) widths — what VGGT is handed.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92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40° wide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25296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926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corners: 22° off 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79" y="9692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60° wide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9" y="1225296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79" y="2926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corners: 33° off 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9692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80° wide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1225296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39" y="2926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corners: 45° off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9692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100° wide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9" y="1225296"/>
            <a:ext cx="164592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399" y="2926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corners: 58° off 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9692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120° wide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59" y="1225296"/>
            <a:ext cx="164592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3759" y="2926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corners: 68° off axis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55264"/>
            <a:ext cx="3977639" cy="104241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364992"/>
            <a:ext cx="361188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Wider is not free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 window's corners reach much further off axis than its stated width. At 120° they sit 68° out, past the 54.8° the lens images, so they are dead black.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255264"/>
            <a:ext cx="3977639" cy="104241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10328" y="3364992"/>
            <a:ext cx="361188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Narrower is not free either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 narrow window shows VGGT less of the room, and it leans on scene context to judge distance. The best width is in between — the next page measures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256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All five are cut from the same frame and centred on the optical axis; only the width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Result: how wide should each window be?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The full pipeline against measured ground truth. 100 frames of one ADT (Aria Digital Twin) sequence.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AbsRel — typical distance error    ↓ lower is better</a:t>
            </a:r>
          </a:p>
        </p:txBody>
      </p:sp>
      <p:pic>
        <p:nvPicPr>
          <p:cNvPr id="5" name="Picture 4" descr="v6_blockA_abs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3584"/>
            <a:ext cx="3977639" cy="2229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09160" y="987552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δ1 — pixels within 25% of truth    ↑ higher is better</a:t>
            </a:r>
          </a:p>
        </p:txBody>
      </p:sp>
      <p:pic>
        <p:nvPicPr>
          <p:cNvPr id="7" name="Picture 6" descr="v6_blockA_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43584"/>
            <a:ext cx="3977639" cy="22292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584448"/>
            <a:ext cx="8229600" cy="12618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685032"/>
            <a:ext cx="786384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60° — the width this port already used — wins outright.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110° is the published VGGT-360 default. On panoramas it is right; on this fisheye it is 7.5× worse. Widening the ring spacing ("ring-4": four in the ring instead of eight) recovers part of it, never all.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Caveat, measured not guessed: the ring tilt was held at 26° for every width, so the wider arms also carry far more dead pixels — the next page shows what that does.  issue #5 · results@8b64312.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each width produces — and why 100° and 110° look tiled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Same frame, same nine-window layout, same fusion. Only the width of each window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1298448" cy="1298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raw fisheye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Calibri"/>
              </a:rPr>
              <a:t>ground truth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207008"/>
            <a:ext cx="1298448" cy="1298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19072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Calibri"/>
              </a:rPr>
              <a:t>60°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207008"/>
            <a:ext cx="1298448" cy="1298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63824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AbsRel 0.077</a:t>
            </a:r>
          </a:p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δ1 95.1%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2C55E"/>
                </a:solidFill>
                <a:latin typeface="Calibri"/>
              </a:rPr>
              <a:t>80°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1207008"/>
            <a:ext cx="1298448" cy="12984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8576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AbsRel 0.090</a:t>
            </a:r>
          </a:p>
          <a:p>
            <a:pPr algn="ctr"/>
            <a:r>
              <a:rPr sz="1100" b="0">
                <a:solidFill>
                  <a:srgbClr val="22C55E"/>
                </a:solidFill>
                <a:latin typeface="Calibri"/>
              </a:rPr>
              <a:t>δ1 94.3%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97316"/>
                </a:solidFill>
                <a:latin typeface="Calibri"/>
              </a:rPr>
              <a:t>100°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1207008"/>
            <a:ext cx="1298448" cy="12984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53328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97316"/>
                </a:solidFill>
                <a:latin typeface="Calibri"/>
              </a:rPr>
              <a:t>AbsRel 0.195</a:t>
            </a:r>
          </a:p>
          <a:p>
            <a:pPr algn="ctr"/>
            <a:r>
              <a:rPr sz="1100" b="0">
                <a:solidFill>
                  <a:srgbClr val="F97316"/>
                </a:solidFill>
                <a:latin typeface="Calibri"/>
              </a:rPr>
              <a:t>δ1 68.2%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969264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Calibri"/>
              </a:rPr>
              <a:t>110°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207008"/>
            <a:ext cx="1298448" cy="12984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98080" y="2560320"/>
            <a:ext cx="12984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  <a:latin typeface="Calibri"/>
              </a:rPr>
              <a:t>AbsRel 0.582</a:t>
            </a:r>
          </a:p>
          <a:p>
            <a:pPr algn="ctr"/>
            <a:r>
              <a:rPr sz="1100" b="0">
                <a:solidFill>
                  <a:srgbClr val="EF4444"/>
                </a:solidFill>
                <a:latin typeface="Calibri"/>
              </a:rPr>
              <a:t>δ1 37.8%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0175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Depth colours: dark = near, bright = far.  Pictures: frame 1; AbsRel and δ1: all 100 frames.  issue #5 · results@8b64312.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73552"/>
            <a:ext cx="822960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3419856"/>
            <a:ext cx="1261872" cy="12618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48840" y="3401568"/>
            <a:ext cx="6355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Yes, the tiling is real — and it is the layout, not a bug.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 ring tilt stays at 26° at every width, so a wider window is never re-spaced: its corners just push past the cone the lens images. At 60°, 95% of the pixels VGGT sees carry image and 3.3 windows cover an average direction. At 110°, only 62% carry image and 7.1 windows pile onto the same direction.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So VGGT is fed large black wedges and fusion blends seven disagreeing predictions per pixel. Left: one 110° ring window as VGGT receives it — 38% of it is dead.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Issue: the predicted depth does not line up with the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The boundaries sit off the object edges and wander along them. Easy to see, hard to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input, with the predicted boundary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310896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3320" y="96926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predicted distance, same boundary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07008"/>
            <a:ext cx="310896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96926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edges in the input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207008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2798064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red = no depth jump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72384"/>
            <a:ext cx="3977639" cy="104241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172968"/>
            <a:ext cx="361188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What we see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 white line is where VGGT's predicted distance jumps. On a straight table edge it should be straight and sit on the edge. It sits inside it and wobbles.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072384"/>
            <a:ext cx="3977639" cy="1042415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0328" y="3172968"/>
            <a:ext cx="361188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Why an edge score does not measure it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Only 13% of the strong edges in the input are places where distance actually changes — the rest are pattern: fruit, knife, floorboards, poster.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4279392"/>
            <a:ext cx="78638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TODO — score it against ground-truth depth edges instead.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Measure the distance between the edges of the measured ground-truth depth and the edges of the predicted depth. Both sides are depth, so image texture cannot contaminate it. Not implemented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Does VGGT know what lens it is looking through?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Its camera head emits fov_h and fov_w for every input image — its own guess at how wide that image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794760" cy="294436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3429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The three ways we can feed VGGT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C55E"/>
                </a:solidFill>
                <a:latin typeface="Calibri"/>
              </a:rPr>
              <a:t>converted window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AECBEB"/>
                </a:solidFill>
                <a:latin typeface="Calibri"/>
              </a:rPr>
              <a:t>Re-drawn so straight lines stay straight. Our step; nine cover the lens.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97316"/>
                </a:solidFill>
                <a:latin typeface="Calibri"/>
              </a:rPr>
              <a:t>raw fisheye crop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AECBEB"/>
                </a:solidFill>
                <a:latin typeface="Calibri"/>
              </a:rPr>
              <a:t>A box cut straight out of the fisheye. Cheapest — curvature included.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one wide converted view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AECBEB"/>
                </a:solidFill>
                <a:latin typeface="Calibri"/>
              </a:rPr>
              <a:t>The whole frame as a single 84.5° photo. One pass, but 29.5% of the cone is lost.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Where the number comes from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VGGT's camera head predicts nine values per image; fov_h and fov_w are two of them. The field of view is a model output, not something we derive.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0584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field of view VGGT reports back  (degrees)</a:t>
            </a:r>
          </a:p>
        </p:txBody>
      </p:sp>
      <p:pic>
        <p:nvPicPr>
          <p:cNvPr id="7" name="Picture 6" descr="v6_fov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61872"/>
            <a:ext cx="3913632" cy="2380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712463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Each point is one window we rendered. On the dashed line, VGGT agrees with the camera we handed it. 5 frames of seq131.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69663"/>
            <a:ext cx="8229600" cy="6766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4261104"/>
            <a:ext cx="78638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Converting first keeps VGGT's own camera estimate within about 1° of the truth up to 100°; a raw fisheye crop puts it 22–30° out. This says VGGT has the right camera in mind, not that its depth is accurate.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Between different FOV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One separate run of VGGT per column, each on a single converted window of that width.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" y="173736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AECBEB"/>
                </a:solidFill>
                <a:latin typeface="Calibri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" y="3054096"/>
            <a:ext cx="8229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AECBEB"/>
                </a:solidFill>
                <a:latin typeface="Calibri"/>
              </a:rPr>
              <a:t>predicted</a:t>
            </a:r>
          </a:p>
          <a:p>
            <a:pPr algn="r"/>
            <a:r>
              <a:rPr sz="1100" b="1">
                <a:solidFill>
                  <a:srgbClr val="AECBEB"/>
                </a:solidFill>
                <a:latin typeface="Calibri"/>
              </a:rPr>
              <a:t>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969264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40° window</a:t>
            </a:r>
          </a:p>
        </p:txBody>
      </p:sp>
      <p:pic>
        <p:nvPicPr>
          <p:cNvPr id="7" name="Picture 6" descr="v6_zoom_40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207008"/>
            <a:ext cx="1335024" cy="1335024"/>
          </a:xfrm>
          <a:prstGeom prst="rect">
            <a:avLst/>
          </a:prstGeom>
        </p:spPr>
      </p:pic>
      <p:pic>
        <p:nvPicPr>
          <p:cNvPr id="8" name="Picture 7" descr="v6_zoom_40_d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15184"/>
            <a:ext cx="133502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4005072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376 px 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1" y="969264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60° window</a:t>
            </a:r>
          </a:p>
        </p:txBody>
      </p:sp>
      <p:pic>
        <p:nvPicPr>
          <p:cNvPr id="11" name="Picture 10" descr="v6_zoom_60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1" y="1207008"/>
            <a:ext cx="1335024" cy="1335024"/>
          </a:xfrm>
          <a:prstGeom prst="rect">
            <a:avLst/>
          </a:prstGeom>
        </p:spPr>
      </p:pic>
      <p:pic>
        <p:nvPicPr>
          <p:cNvPr id="12" name="Picture 11" descr="v6_zoom_60_d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1" y="2615184"/>
            <a:ext cx="1335024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50591" y="4005072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238 px wide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969264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80° window</a:t>
            </a:r>
          </a:p>
        </p:txBody>
      </p:sp>
      <p:pic>
        <p:nvPicPr>
          <p:cNvPr id="15" name="Picture 14" descr="v6_zoom_80_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496" y="1207008"/>
            <a:ext cx="1335024" cy="1335024"/>
          </a:xfrm>
          <a:prstGeom prst="rect">
            <a:avLst/>
          </a:prstGeom>
        </p:spPr>
      </p:pic>
      <p:pic>
        <p:nvPicPr>
          <p:cNvPr id="16" name="Picture 15" descr="v6_zoom_80_d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496" y="2615184"/>
            <a:ext cx="1335024" cy="13350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68496" y="4005072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164 px 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969264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100° window</a:t>
            </a:r>
          </a:p>
        </p:txBody>
      </p:sp>
      <p:pic>
        <p:nvPicPr>
          <p:cNvPr id="19" name="Picture 18" descr="v6_zoom_100_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1207008"/>
            <a:ext cx="1335024" cy="1335024"/>
          </a:xfrm>
          <a:prstGeom prst="rect">
            <a:avLst/>
          </a:prstGeom>
        </p:spPr>
      </p:pic>
      <p:pic>
        <p:nvPicPr>
          <p:cNvPr id="20" name="Picture 19" descr="v6_zoom_100_de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2615184"/>
            <a:ext cx="1335024" cy="13350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0" y="4005072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116 px wide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969264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120° window</a:t>
            </a:r>
          </a:p>
        </p:txBody>
      </p:sp>
      <p:pic>
        <p:nvPicPr>
          <p:cNvPr id="23" name="Picture 22" descr="v6_zoom_120_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1207008"/>
            <a:ext cx="1335024" cy="1335024"/>
          </a:xfrm>
          <a:prstGeom prst="rect">
            <a:avLst/>
          </a:prstGeom>
        </p:spPr>
      </p:pic>
      <p:pic>
        <p:nvPicPr>
          <p:cNvPr id="24" name="Picture 23" descr="v6_zoom_120_de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4304" y="2615184"/>
            <a:ext cx="1335024" cy="13350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04304" y="4005072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80 px wide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24528"/>
            <a:ext cx="8229600" cy="69494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31596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Identical patch of world in every column: a 30° box centred on the optical axis, carried by 376 pixels of depth at 40° and only 80 at 120°.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 green trace is VGGT's own depth boundary, drawn on both rows. Curving round the jug is right; the ragged run along the table edge is not.  Depth colours: dark = near, bright = far.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Qualitative comparison · 1 of 2:  how many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One 100° view, then that same view split into 4, 9 or 16 tiles. This is the tiling study.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1810512" cy="1810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98094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36976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100° wide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097280"/>
            <a:ext cx="1810512" cy="18105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15184" y="298094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4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3236976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79.7° each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1810512" cy="1810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298094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9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36976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58.2° each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097280"/>
            <a:ext cx="1810512" cy="1810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1696" y="2980944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16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3236976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8BA5C2"/>
                </a:solidFill>
                <a:latin typeface="Calibri"/>
              </a:rPr>
              <a:t>45.3° 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47872"/>
            <a:ext cx="8229600" cy="12801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648456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Depth colours: dark = near, bright = far, and every panel is on its own colour scale — so compare structure, not colour. More windows does not mean more detail; it means more seams and a flatter room.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AbsRel on this layout: 0.049 with one window, 0.098 with four, 0.118 with nine, 0.116 with sixteen — worse at every step.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Not comparable to page 9: there, nine 60° windows in a ring scored 0.077 over 100 frames. Here, nine tiles of one 100° view score 0.118 on 1 frame.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Qualitative comparison · 2 of 2:  one wide view vs many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Three ways of covering the frame, side by side. Same frame, same model, same fusion grid.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42415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what the camera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the raw fisheye frame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042415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20440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0EA5E9"/>
                </a:solidFill>
                <a:latin typeface="Calibri"/>
              </a:rPr>
              <a:t>one wide converted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3832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100° wide, one pass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42415"/>
            <a:ext cx="201168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31272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97316"/>
                </a:solidFill>
                <a:latin typeface="Calibri"/>
              </a:rPr>
              <a:t>16 converted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3832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45.3° each, fused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9312"/>
            <a:ext cx="8229600" cy="120700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7863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Depth colours: dark = near, bright = far.  AbsRel on this run:  one wide view 0.049  ·  16 windows 0.116  ·  wide + 16 together 0.096  ·  wide + 16 with the wide view weighted 4× 0.102.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 wide view alone is the best of the four. Combining it with the close-up windows does not help — it lands halfway back. The next two pages take that apart.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There is no fourth panel because that run saved no image of its output; both committed overlays are the one-window arm's. Re-run requested — the numbers are unaffected.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Result: is it the number of tiles, or how narrow each one 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Cutting a frame into more windows also makes each one narrower. This separates the two.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purple = each window narrows as you add more          blue = every window held at 80° 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252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AbsRel    ↓ lower is better</a:t>
            </a:r>
          </a:p>
        </p:txBody>
      </p:sp>
      <p:pic>
        <p:nvPicPr>
          <p:cNvPr id="6" name="Picture 5" descr="v6_blockC_abs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3977639" cy="2334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12252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δ1 — pixels within 25%    ↑ higher is better</a:t>
            </a:r>
          </a:p>
        </p:txBody>
      </p:sp>
      <p:pic>
        <p:nvPicPr>
          <p:cNvPr id="8" name="Picture 7" descr="v6_blockC_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81328"/>
            <a:ext cx="3977639" cy="23341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3895344"/>
            <a:ext cx="8229600" cy="95097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986784"/>
            <a:ext cx="78638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Width explains a lot of it — on one measure. At 16 tiles, holding every tile at 80° instead of letting it shrink to 45° recovers 6.6 of the 10.3 δ1 points lost against a single view; on AbsRel the same fix recovers only 19%.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Splitting at all is the expensive step: one view to four tiles nearly doubles AbsRel (0.049 → 0.095) with width held fixed. Four to sixteen adds 0.008, close to this run's own repeatability (0.003).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One frame, one sequence; 7 configs, VGGT-Ω on seq131 frame 1. Differences under about 0.01 are not meaningful.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Result: can a wide view and close-up windows be combined in one pass?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Give VGGT the wide view for scale and the windows for detail, at once, and let attention reconcile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AbsRel    ↓ lower is better</a:t>
            </a:r>
          </a:p>
        </p:txBody>
      </p:sp>
      <p:pic>
        <p:nvPicPr>
          <p:cNvPr id="5" name="Picture 4" descr="v6_blockD_abs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3584"/>
            <a:ext cx="3977639" cy="23799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09160" y="987552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AECBEB"/>
                </a:solidFill>
                <a:latin typeface="Calibri"/>
              </a:rPr>
              <a:t>how much the views disagree about scale    ↓ lower is better</a:t>
            </a:r>
          </a:p>
        </p:txBody>
      </p:sp>
      <p:pic>
        <p:nvPicPr>
          <p:cNvPr id="7" name="Picture 6" descr="v6_blockD_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43584"/>
            <a:ext cx="3977639" cy="23799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712463"/>
            <a:ext cx="8229600" cy="113385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813048"/>
            <a:ext cx="786384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It does not work. Wide view + 16 windows in one pass lands at AbsRel 0.096 — better than the windows alone (0.116), but roughly twice as bad as the wide view on its own (0.049).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Attention is not reconciling them: the wide view and the windows disagree about scale by 3.89%, more than the sixteen windows disagree among themselves (2.99%).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Nor is it a fusion-weight problem: weighting the wide view 4× heavier makes it worse still (0.102) and leaves the disagreement at exactly 3.89%. Whatever goes wrong happens before the blend.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Four things we can now say.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Windows must go through VGGT together, not one at a time.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Apart, the windows disagree on scale by up to 490% and the fused map shows seams. Together that falls to 4.4%, and AbsRel from 0.93 to 0.078.  (1 frame)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56816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C55E"/>
                </a:solidFill>
                <a:latin typeface="Calibri"/>
              </a:rPr>
              <a:t>Our 60° window is the best width tested — the paper's 110° is far worse here.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Over 100 frames: AbsRel 0.077 at 60° against 0.582 at 110°; δ1 95.1% against 37.8%. The ring spacing was never re-tuned, so at 110° only 62% of each window carries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816352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97316"/>
                </a:solidFill>
                <a:latin typeface="Calibri"/>
              </a:rPr>
              <a:t>One wide view beats many windows — and the coverage argument for windows is weak.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One 100° view: AbsRel 0.049, already seeing 92.2% of what the lens images. Any tiling: 0.095 or worse. A single 110° view is centred on the axis, so it would cover 100% of the cone in one pass — its own corners are 23% dead, but nothing is missed. Never run.  (1 frame)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84448"/>
            <a:ext cx="8229600" cy="78638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675887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VGGT is sensitive to input field of view, and this is documented upstream.</a:t>
            </a:r>
          </a:p>
          <a:p>
            <a:pPr algn="l"/>
            <a:r>
              <a:rPr sz="1100" b="0">
                <a:solidFill>
                  <a:srgbClr val="AECBEB"/>
                </a:solidFill>
                <a:latin typeface="Calibri"/>
              </a:rPr>
              <a:t>VGGT-Ω's training filter drops any sequence outside 30°–120° or with distortion above 0.1, and its limitations section names abrupt field-of-view change and heavy distortion as failure modes.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2 and 3 do not conflict: 60° is the right width IF we tile; 3 says the tiling is what costs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References:  vggt issue #180 · UAVFF3D arXiv:2605.17942 · VGGT-Ω 2605.15195 · VGGT-360 2603.18943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8586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321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0EA5E9"/>
                </a:solidFill>
                <a:latin typeface="Calibri"/>
              </a:rPr>
              <a:t>In priority order, with what each one is meant to settle.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25296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7101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43584"/>
            <a:ext cx="779068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AECBEB"/>
                </a:solidFill>
                <a:latin typeface="Calibri"/>
              </a:rPr>
              <a:t>Right now VGGT is run on a single frame. Increase the number of frames so there are more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17904"/>
            <a:ext cx="7790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Settles: whether the tiling penalty is really about single-frame ambiguity.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066544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1226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779068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AECBEB"/>
                </a:solidFill>
                <a:latin typeface="Calibri"/>
              </a:rPr>
              <a:t>Finetune VGGT with DepthAnything, which is always aligned with the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59152"/>
            <a:ext cx="7790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Settles: whether a model that is always pixel-aligned removes the ragged boundaries.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907792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779068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AECBEB"/>
                </a:solidFill>
                <a:latin typeface="Calibri"/>
              </a:rPr>
              <a:t>Combine DepthAnything and VGGT: depth from DepthAnything, cross-frame attention from VGGT.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7790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Settles: whether depth quality and cross-view consistency can be sourced separately.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2926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767328"/>
            <a:ext cx="779068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AECBEB"/>
                </a:solidFill>
                <a:latin typeface="Calibri"/>
              </a:rPr>
              <a:t>Wrap up as the input-correction baseline and move to other baselines, e.g. positional-encoding finetuning.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41648"/>
            <a:ext cx="7790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BA5C2"/>
                </a:solidFill>
                <a:latin typeface="Calibri"/>
              </a:rPr>
              <a:t>Settles: when to stop paying for input correction and start changing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3065</Words>
  <Application>Microsoft Macintosh PowerPoint</Application>
  <PresentationFormat>On-screen Show (16:9)</PresentationFormat>
  <Paragraphs>224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Fukka Chou</cp:lastModifiedBy>
  <cp:revision>33</cp:revision>
  <dcterms:created xsi:type="dcterms:W3CDTF">2013-01-27T09:14:16Z</dcterms:created>
  <dcterms:modified xsi:type="dcterms:W3CDTF">2026-08-07T05:13:47Z</dcterms:modified>
  <cp:category/>
</cp:coreProperties>
</file>